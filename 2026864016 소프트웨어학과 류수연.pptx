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61" r:id="rId3"/>
    <p:sldId id="260" r:id="rId4"/>
    <p:sldId id="263" r:id="rId5"/>
    <p:sldId id="262" r:id="rId6"/>
    <p:sldId id="267" r:id="rId7"/>
    <p:sldId id="268" r:id="rId8"/>
    <p:sldId id="269" r:id="rId9"/>
    <p:sldId id="270" r:id="rId10"/>
    <p:sldId id="272" r:id="rId11"/>
    <p:sldId id="273" r:id="rId12"/>
    <p:sldId id="274" r:id="rId13"/>
    <p:sldId id="256" r:id="rId14"/>
    <p:sldId id="257" r:id="rId15"/>
    <p:sldId id="258" r:id="rId16"/>
    <p:sldId id="25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6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67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164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53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287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76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04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875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034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3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21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147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530F7-09A7-4583-8376-E2F54A1C635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36292-7078-4E46-A119-EA590FA7EC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92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32358581-lgtm/Pytho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73924"/>
          </a:xfrm>
        </p:spPr>
        <p:txBody>
          <a:bodyPr>
            <a:normAutofit/>
          </a:bodyPr>
          <a:lstStyle/>
          <a:p>
            <a:r>
              <a:rPr lang="ko-KR" altLang="en-US" sz="4000" dirty="0" smtClean="0"/>
              <a:t>프로그래밍 입문</a:t>
            </a:r>
            <a:r>
              <a:rPr lang="en-US" altLang="ko-KR" sz="4000" dirty="0" smtClean="0"/>
              <a:t/>
            </a:r>
            <a:br>
              <a:rPr lang="en-US" altLang="ko-KR" sz="4000" dirty="0" smtClean="0"/>
            </a:br>
            <a:r>
              <a:rPr lang="en-US" altLang="ko-KR" sz="4000" dirty="0"/>
              <a:t/>
            </a:r>
            <a:br>
              <a:rPr lang="en-US" altLang="ko-KR" sz="4000" dirty="0"/>
            </a:br>
            <a:r>
              <a:rPr lang="ko-KR" altLang="en-US" sz="2000" dirty="0" err="1" smtClean="0"/>
              <a:t>깃허브</a:t>
            </a:r>
            <a:r>
              <a:rPr lang="ko-KR" altLang="en-US" sz="2000" dirty="0" smtClean="0"/>
              <a:t> 정리</a:t>
            </a:r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>
                <a:hlinkClick r:id="rId2"/>
              </a:rPr>
              <a:t>https://</a:t>
            </a:r>
            <a:r>
              <a:rPr lang="en-US" altLang="ko-KR" sz="2000" dirty="0" smtClean="0">
                <a:hlinkClick r:id="rId2"/>
              </a:rPr>
              <a:t>github.com/r32358581-lgtm/Python</a:t>
            </a:r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 smtClean="0"/>
              <a:t>2026864016 </a:t>
            </a:r>
            <a:r>
              <a:rPr lang="ko-KR" altLang="en-US" sz="2000" dirty="0" err="1" smtClean="0"/>
              <a:t>류수연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50803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 smtClean="0"/>
              <a:t>1</a:t>
            </a:r>
            <a:r>
              <a:rPr lang="ko-KR" altLang="en-US" sz="3000" dirty="0" smtClean="0"/>
              <a:t>장</a:t>
            </a:r>
            <a:endParaRPr lang="ko-KR" altLang="en-US" sz="30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57" y="1690688"/>
            <a:ext cx="10654751" cy="462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7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196" y="2912883"/>
            <a:ext cx="8047621" cy="336536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60" y="631596"/>
            <a:ext cx="8620491" cy="20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7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1251" y="301659"/>
            <a:ext cx="10662549" cy="820131"/>
          </a:xfrm>
        </p:spPr>
        <p:txBody>
          <a:bodyPr>
            <a:normAutofit/>
          </a:bodyPr>
          <a:lstStyle/>
          <a:p>
            <a:r>
              <a:rPr lang="en-US" altLang="ko-KR" sz="3000" dirty="0" smtClean="0"/>
              <a:t>2</a:t>
            </a:r>
            <a:r>
              <a:rPr lang="ko-KR" altLang="en-US" sz="3000" dirty="0"/>
              <a:t>장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8" y="936543"/>
            <a:ext cx="9313669" cy="222143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1" y="3322475"/>
            <a:ext cx="7434654" cy="320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88" y="0"/>
            <a:ext cx="9557601" cy="331764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26" y="3148552"/>
            <a:ext cx="9142724" cy="363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22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2" y="452485"/>
            <a:ext cx="10360058" cy="36858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21" y="4460253"/>
            <a:ext cx="9282179" cy="209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07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5670" y="131975"/>
            <a:ext cx="10967301" cy="688158"/>
          </a:xfrm>
        </p:spPr>
        <p:txBody>
          <a:bodyPr>
            <a:normAutofit/>
          </a:bodyPr>
          <a:lstStyle/>
          <a:p>
            <a:r>
              <a:rPr lang="en-US" altLang="ko-KR" sz="3000" dirty="0" smtClean="0"/>
              <a:t>5</a:t>
            </a:r>
            <a:r>
              <a:rPr lang="ko-KR" altLang="en-US" sz="3000" dirty="0" smtClean="0"/>
              <a:t>장</a:t>
            </a:r>
            <a:endParaRPr lang="ko-KR" altLang="en-US" sz="3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70" y="650451"/>
            <a:ext cx="10190375" cy="346906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59" y="4102095"/>
            <a:ext cx="8953991" cy="275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7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37" y="291053"/>
            <a:ext cx="11175119" cy="423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18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4312" y="0"/>
            <a:ext cx="10515600" cy="904973"/>
          </a:xfrm>
        </p:spPr>
        <p:txBody>
          <a:bodyPr>
            <a:normAutofit/>
          </a:bodyPr>
          <a:lstStyle/>
          <a:p>
            <a:r>
              <a:rPr lang="en-US" altLang="ko-KR" sz="3000" dirty="0" smtClean="0"/>
              <a:t>6</a:t>
            </a:r>
            <a:r>
              <a:rPr lang="ko-KR" altLang="en-US" sz="3000" dirty="0" smtClean="0"/>
              <a:t>장</a:t>
            </a:r>
            <a:endParaRPr lang="ko-KR" altLang="en-US" sz="3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49" y="999240"/>
            <a:ext cx="9079112" cy="468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7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8006" y="195443"/>
            <a:ext cx="10515600" cy="596410"/>
          </a:xfrm>
        </p:spPr>
        <p:txBody>
          <a:bodyPr>
            <a:normAutofit/>
          </a:bodyPr>
          <a:lstStyle/>
          <a:p>
            <a:r>
              <a:rPr lang="en-US" altLang="ko-KR" sz="3000" smtClean="0"/>
              <a:t>7</a:t>
            </a:r>
            <a:r>
              <a:rPr lang="ko-KR" altLang="en-US" sz="3000" dirty="0" smtClean="0"/>
              <a:t>장</a:t>
            </a:r>
            <a:endParaRPr lang="ko-KR" altLang="en-US" sz="3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06" y="791853"/>
            <a:ext cx="9955491" cy="349734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79" y="4383513"/>
            <a:ext cx="11104040" cy="230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79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25" y="0"/>
            <a:ext cx="11279615" cy="367645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16" y="3803912"/>
            <a:ext cx="9106293" cy="277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45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 smtClean="0"/>
              <a:t>소감</a:t>
            </a:r>
            <a:endParaRPr lang="ko-KR" altLang="en-US" sz="3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96798" y="200473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 err="1" smtClean="0"/>
              <a:t>파이썬을</a:t>
            </a:r>
            <a:r>
              <a:rPr lang="ko-KR" altLang="en-US" sz="2000" dirty="0" smtClean="0"/>
              <a:t> 배우면서 코드를 만들 때 </a:t>
            </a:r>
            <a:r>
              <a:rPr lang="ko-KR" altLang="en-US" sz="2000" dirty="0" err="1" smtClean="0"/>
              <a:t>신경써야</a:t>
            </a:r>
            <a:r>
              <a:rPr lang="ko-KR" altLang="en-US" sz="2000" dirty="0" smtClean="0"/>
              <a:t> 할 것도 많고 함수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리스트 등 종류도 다양해서 생각했던 것보다 더 어려웠다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띄어쓰기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오타 하나에 코드에서 자꾸 에러가 날 때는 짜증나기도 했지만 보다 보면 반복되는 코드도 많고 비슷하게 사용할 수 있는 코드들도 있어서 그런 걸 알아가는 재미도 있었다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초반에 배웠던 코드들이 뒤에서도 계속 사용되는 것을 보고 공부를 열심히 </a:t>
            </a:r>
            <a:r>
              <a:rPr lang="ko-KR" altLang="en-US" sz="2000" dirty="0" err="1" smtClean="0"/>
              <a:t>해놓아야겠다고</a:t>
            </a:r>
            <a:r>
              <a:rPr lang="ko-KR" altLang="en-US" sz="2000" dirty="0" smtClean="0"/>
              <a:t> 생각하였고 내가 복잡하게 짤 필요 없이 이런 컴퓨터 언어들을 미리 개발해 놓은 사람들이 대단하다고 생각하였다</a:t>
            </a:r>
            <a:r>
              <a:rPr lang="en-US" altLang="ko-KR" sz="2000" dirty="0" smtClean="0"/>
              <a:t>.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29239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490537"/>
            <a:ext cx="11191875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0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485775"/>
            <a:ext cx="10887075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63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85775"/>
            <a:ext cx="1120140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04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30" y="477429"/>
            <a:ext cx="10953750" cy="20193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30" y="2702006"/>
            <a:ext cx="982027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8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88</Words>
  <Application>Microsoft Office PowerPoint</Application>
  <PresentationFormat>와이드스크린</PresentationFormat>
  <Paragraphs>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프로그래밍 입문  깃허브 정리  https://github.com/r32358581-lgtm/Python  2026864016 류수연</vt:lpstr>
      <vt:lpstr>1장</vt:lpstr>
      <vt:lpstr>PowerPoint 프레젠테이션</vt:lpstr>
      <vt:lpstr>2장</vt:lpstr>
      <vt:lpstr>PowerPoint 프레젠테이션</vt:lpstr>
      <vt:lpstr>PowerPoint 프레젠테이션</vt:lpstr>
      <vt:lpstr>5장</vt:lpstr>
      <vt:lpstr>PowerPoint 프레젠테이션</vt:lpstr>
      <vt:lpstr>6장</vt:lpstr>
      <vt:lpstr>7장</vt:lpstr>
      <vt:lpstr>PowerPoint 프레젠테이션</vt:lpstr>
      <vt:lpstr>소감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RSY</dc:creator>
  <cp:lastModifiedBy>RSY</cp:lastModifiedBy>
  <cp:revision>9</cp:revision>
  <dcterms:created xsi:type="dcterms:W3CDTF">2026-06-11T20:29:10Z</dcterms:created>
  <dcterms:modified xsi:type="dcterms:W3CDTF">2026-06-12T00:21:49Z</dcterms:modified>
</cp:coreProperties>
</file>